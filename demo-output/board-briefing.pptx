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Portfolio Health — Board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Portfolio Status: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6 projects  |  6 at risk  |  22 risks identified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43200"/>
            <a:ext cx="16459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Alpha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5 risks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743200"/>
            <a:ext cx="16459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Epsilon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5204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5 risks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743200"/>
            <a:ext cx="16459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Gamma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5204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5 risks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743200"/>
            <a:ext cx="16459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Beta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5204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5 risks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2743200"/>
            <a:ext cx="16459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Zeta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5204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1 risks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743200"/>
            <a:ext cx="16459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Delta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5204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1 risks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Top Portfolio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[Critical]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Alpha: Task 'Implement payment gateway' is blocked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In project Alpha, the critical-priority task 'Implement payment gateway' (assigned to Charlie Kim) has status 'Blocked' and comments indicate a blocker: "Blocked by third-party vendor API changes. Wai...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[Critical]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Alpha: Task 'Implement payment gateway' has 2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In project Alpha, the critical-priority task 'Implement payment gateway' (assigned to Charlie Kim) has 2 dependency indicators in comments: "third-party vendor API changes" (blocked by); "vendor respo...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[Critical]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Epsilon: Task 'Staff training rollout' is on 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In project Epsilon, the high-priority task 'Staff training rollout' (assigned to Nora Bell) has status 'On Hold' and comments indicate a blocker: "On hold - blocked by policy document completion".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